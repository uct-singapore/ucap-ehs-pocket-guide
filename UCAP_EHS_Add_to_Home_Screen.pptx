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D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cap-ehs-pocket-guide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5029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4884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EHS Pocket Guide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Home Screen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280160" y="342900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 to emergency steps, checklists and contacts — on iPhone and Android</a:t>
            </a:r>
            <a:endParaRPr lang="en-US" sz="1600" dirty="0"/>
          </a:p>
        </p:txBody>
      </p:sp>
      <p:pic>
        <p:nvPicPr>
          <p:cNvPr id="5" name="Image 1" descr="/home/user/ucap-ehs-pocket-guide/deck_build/qr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8" y="4160520"/>
            <a:ext cx="1737360" cy="1737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TAP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uct-singapore.github.io/ucap-ehs-pocket-guide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It to Your Home Screen?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448" y="1554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9488" y="1874520"/>
            <a:ext cx="685800" cy="68580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5" name="Image 0" descr="/home/user/ucap-ehs-pocket-guide/deck_build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64" y="20253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3888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43888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one tap — no need to search for the link every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4448" y="1554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44488" y="1874520"/>
            <a:ext cx="685800" cy="685800"/>
          </a:xfrm>
          <a:prstGeom prst="ellipse">
            <a:avLst/>
          </a:prstGeom>
          <a:solidFill>
            <a:srgbClr val="0C3D72"/>
          </a:solidFill>
          <a:ln/>
        </p:spPr>
      </p:sp>
      <p:pic>
        <p:nvPicPr>
          <p:cNvPr id="10" name="Image 1" descr="/home/user/ucap-ehs-pocket-guide/deck_build/icons/wifi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364" y="20253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58888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Poor Signal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58888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stay cached, so it still opens with a weak or no connection.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448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9488" y="4206240"/>
            <a:ext cx="685800" cy="68580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15" name="Image 2" descr="/home/user/ucap-ehs-pocket-guide/deck_build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64" y="43571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43888" y="4178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中文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43888" y="4572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whole guide's language anytime, right from the home screen.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24448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44488" y="4206240"/>
            <a:ext cx="685800" cy="685800"/>
          </a:xfrm>
          <a:prstGeom prst="ellipse">
            <a:avLst/>
          </a:prstGeom>
          <a:solidFill>
            <a:srgbClr val="0C3D72"/>
          </a:solidFill>
          <a:ln/>
        </p:spPr>
      </p:sp>
      <p:pic>
        <p:nvPicPr>
          <p:cNvPr id="20" name="Image 3" descr="/home/user/ucap-ehs-pocket-guide/deck_build/icons/m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364" y="43571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58888" y="4178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or Dark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58888" y="4572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light mode by default — toggle dark whenever you prefer.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UCAP EHS Pocket Guide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&amp; iPad (Safari)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6F4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31620"/>
            <a:ext cx="457200" cy="45720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5" name="Image 0" descr="/home/user/ucap-ehs-pocket-guide/deck_build/icons/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30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10042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opened in Safari — Chrome, Firefox and other iPhone browsers can't install it as a full app.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40330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64033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417320" y="2640330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10" name="Image 1" descr="/home/user/ucap-ehs-pocket-guide/deck_build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021" y="276103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2468880"/>
            <a:ext cx="931133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above in Safari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531870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53187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417320" y="3531870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15" name="Image 2" descr="/home/user/ucap-ehs-pocket-guide/deck_build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21" y="365257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31720" y="3360420"/>
            <a:ext cx="931133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Share icon in the toolbar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4423410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" y="44234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1417320" y="4423410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20" name="Image 3" descr="/home/user/ucap-ehs-pocket-guide/deck_build/icons/plus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021" y="454411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31720" y="4251960"/>
            <a:ext cx="931133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and tap “Add to Home Screen”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5314950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" y="531495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1417320" y="5314950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25" name="Image 4" descr="/home/user/ucap-ehs-pocket-guide/deck_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021" y="543565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31720" y="5143500"/>
            <a:ext cx="931133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“Add” in the top right — done!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UCAP EHS Pocket Guide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(Chrome)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20215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2021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1720215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6" name="Image 0" descr="/home/user/ucap-ehs-pocket-guide/deck_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021" y="1840916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417320"/>
            <a:ext cx="9311335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above in Chrome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74645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8746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417320" y="2874645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11" name="Image 1" descr="/home/user/ucap-ehs-pocket-guide/deck_build/icons/moreVert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021" y="2995346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31720" y="2571750"/>
            <a:ext cx="9311335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⋮ menu in the top right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029075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402907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1417320" y="4029075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16" name="Image 2" descr="/home/user/ucap-ehs-pocket-guide/deck_build/icons/plus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21" y="4149776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31720" y="3726180"/>
            <a:ext cx="9311335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 to Home screen” (or “Install app”)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5183505"/>
            <a:ext cx="548640" cy="548640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51835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1417320" y="5183505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21" name="Image 3" descr="/home/user/ucap-ehs-pocket-guide/deck_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021" y="5304206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31720" y="4880610"/>
            <a:ext cx="9311335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“Add” / “Install” to confirm — done!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Chrome sometimes shows an “Install” banner automatically — just tap that instead.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UCAP EHS Pocket Guide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3D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cap-ehs-pocket-guide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5486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718408" y="2606040"/>
            <a:ext cx="4754880" cy="960120"/>
          </a:xfrm>
          <a:prstGeom prst="roundRect">
            <a:avLst>
              <a:gd name="adj" fmla="val 11429"/>
            </a:avLst>
          </a:prstGeom>
          <a:solidFill>
            <a:srgbClr val="082A52"/>
          </a:solidFill>
          <a:ln/>
        </p:spPr>
      </p:sp>
      <p:sp>
        <p:nvSpPr>
          <p:cNvPr id="5" name="Shape 2"/>
          <p:cNvSpPr/>
          <p:nvPr/>
        </p:nvSpPr>
        <p:spPr>
          <a:xfrm>
            <a:off x="3947008" y="2811780"/>
            <a:ext cx="548640" cy="54864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6" name="Image 1" descr="/home/user/ucap-ehs-pocket-guide/deck_build/icons/phon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08" y="29324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78528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— Toh Ee Meng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678528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9678 5585</a:t>
            </a:r>
            <a:endParaRPr lang="en-US" sz="1300" dirty="0"/>
          </a:p>
        </p:txBody>
      </p:sp>
      <p:pic>
        <p:nvPicPr>
          <p:cNvPr id="9" name="Image 2" descr="/home/user/ucap-ehs-pocket-guide/deck_build/qr_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4114800"/>
            <a:ext cx="1371600" cy="137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0" y="56235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uct-singapore.github.io/ucap-ehs-pocket-guide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UCAP EHS Pocket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2026-08-25T15:30:48Z</dcterms:created>
  <dcterms:modified xsi:type="dcterms:W3CDTF">2026-08-25T15:30:48Z</dcterms:modified>
</cp:coreProperties>
</file>