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cap-ehs-pocket-guide/brand/u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2464" y="457200"/>
            <a:ext cx="2337161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0"/>
            <a:ext cx="6647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将EHS口袋指南添加到主屏幕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48840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一键访问应急步骤、检查清单和联系方式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34056" y="2606040"/>
            <a:ext cx="2093976" cy="2093976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user/ucap-ehs-pocket-guide/deck_build/qr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2715768"/>
            <a:ext cx="1874520" cy="1874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0" y="4754880"/>
            <a:ext cx="7562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扫描或点击打开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0" y="4992624"/>
            <a:ext cx="756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uct-singapore.github.io/ucap-ehs-pocket-guide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5532120"/>
            <a:ext cx="3140964" cy="4343400"/>
          </a:xfrm>
          <a:prstGeom prst="roundRect">
            <a:avLst>
              <a:gd name="adj" fmla="val 2329"/>
            </a:avLst>
          </a:prstGeom>
          <a:solidFill>
            <a:srgbClr val="F4F5F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" y="5733288"/>
            <a:ext cx="2683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与 iPad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6172200"/>
            <a:ext cx="26837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必须使用Safari浏览器——iPhone上的Chrome/Firefox无法将其安装为完整应用程序。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6984873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5800" y="69848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6830568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在Safari中打开上方链接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767753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" y="76775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7523226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点击工具栏中的分享图标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85800" y="8370189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5800" y="83701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188720" y="8215884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向下滚动，点击「添加到主屏幕」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5800" y="9062847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5800" y="90628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188720" y="8908542"/>
            <a:ext cx="218084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点击右上角的「添加」——完成！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963924" y="5532120"/>
            <a:ext cx="3140964" cy="4343400"/>
          </a:xfrm>
          <a:prstGeom prst="roundRect">
            <a:avLst>
              <a:gd name="adj" fmla="val 2329"/>
            </a:avLst>
          </a:prstGeom>
          <a:solidFill>
            <a:srgbClr val="F4F5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192524" y="5733288"/>
            <a:ext cx="2683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4192524" y="640880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192524" y="64088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695444" y="617220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在Chrome中打开上方链接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192524" y="726605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192524" y="72660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695444" y="702945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点击右上角的⋮菜单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192524" y="812330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192524" y="81233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4695444" y="788670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点击「添加到主屏幕」（或「安装应用」）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192524" y="8980551"/>
            <a:ext cx="384048" cy="384048"/>
          </a:xfrm>
          <a:prstGeom prst="ellipse">
            <a:avLst/>
          </a:prstGeom>
          <a:solidFill>
            <a:srgbClr val="0C3D72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192524" y="89805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4695444" y="8743950"/>
            <a:ext cx="218084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点击「添加」/「安装」确认——完成！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57200" y="10085832"/>
            <a:ext cx="365760" cy="365760"/>
          </a:xfrm>
          <a:prstGeom prst="ellipse">
            <a:avLst/>
          </a:prstGeom>
          <a:solidFill>
            <a:srgbClr val="12A0D6"/>
          </a:solidFill>
          <a:ln/>
        </p:spPr>
      </p:sp>
      <p:pic>
        <p:nvPicPr>
          <p:cNvPr id="39" name="Image 2" descr="/home/user/ucap-ehs-pocket-guide/deck_build/icons/phoneC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0168128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60120" y="1010412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需要帮助？联系EHS：</a:t>
            </a:r>
            <a:pPr indent="0" marL="0">
              <a:buNone/>
            </a:pPr>
            <a:r>
              <a:rPr lang="en-US" sz="1200" b="1" dirty="0">
                <a:solidFill>
                  <a:srgbClr val="0C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9678 5585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2026-09-22T02:47:18Z</dcterms:created>
  <dcterms:modified xsi:type="dcterms:W3CDTF">2026-09-22T02:47:18Z</dcterms:modified>
</cp:coreProperties>
</file>