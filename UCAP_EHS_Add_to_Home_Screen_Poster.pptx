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cap-ehs-pocket-guide/brand/u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2464" y="457200"/>
            <a:ext cx="2337161" cy="777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6647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0C3D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EHS Pocket Guide to Your Home Screen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48840"/>
            <a:ext cx="6647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access to emergency steps, checklists and contacts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2734056" y="2606040"/>
            <a:ext cx="2093976" cy="2093976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1" descr="/home/user/ucap-ehs-pocket-guide/deck_build/qr_on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784" y="2715768"/>
            <a:ext cx="1874520" cy="1874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0" y="4754880"/>
            <a:ext cx="7562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A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TAP TO OPEN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0" y="4992624"/>
            <a:ext cx="756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uct-singapore.github.io/ucap-ehs-pocket-guide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5532120"/>
            <a:ext cx="3140964" cy="4343400"/>
          </a:xfrm>
          <a:prstGeom prst="roundRect">
            <a:avLst>
              <a:gd name="adj" fmla="val 2329"/>
            </a:avLst>
          </a:prstGeom>
          <a:solidFill>
            <a:srgbClr val="F4F5F7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85800" y="5733288"/>
            <a:ext cx="2683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3D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iPhone &amp; iPad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172200"/>
            <a:ext cx="26837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C3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use Safari — Chrome/Firefox on iPhone can't install it as a full app.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6984873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85800" y="69848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6830568"/>
            <a:ext cx="218084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link above in Safari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85800" y="7677531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5800" y="767753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188720" y="7523226"/>
            <a:ext cx="218084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Share icon in the toolbar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85800" y="8370189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5800" y="83701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188720" y="8215884"/>
            <a:ext cx="218084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down, tap “Add to Home Screen”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85800" y="9062847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5800" y="906284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188720" y="8908542"/>
            <a:ext cx="218084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“Add” in the top right — done!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963924" y="5532120"/>
            <a:ext cx="3140964" cy="4343400"/>
          </a:xfrm>
          <a:prstGeom prst="roundRect">
            <a:avLst>
              <a:gd name="adj" fmla="val 2329"/>
            </a:avLst>
          </a:prstGeom>
          <a:solidFill>
            <a:srgbClr val="F4F5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192524" y="5733288"/>
            <a:ext cx="2683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3D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4192524" y="6408801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192524" y="64088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4695444" y="6172200"/>
            <a:ext cx="21808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link above in Chrome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192524" y="7266051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192524" y="72660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695444" y="7029450"/>
            <a:ext cx="21808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⋮ menu in the top right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192524" y="8123301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192524" y="8123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695444" y="7886700"/>
            <a:ext cx="21808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“Add to Home screen” (or “Install app”)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192524" y="8980551"/>
            <a:ext cx="384048" cy="384048"/>
          </a:xfrm>
          <a:prstGeom prst="ellipse">
            <a:avLst/>
          </a:prstGeom>
          <a:solidFill>
            <a:srgbClr val="0C3D72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4192524" y="89805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4695444" y="8743950"/>
            <a:ext cx="21808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“Add”/“Install” to confirm — done!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457200" y="10085832"/>
            <a:ext cx="365760" cy="365760"/>
          </a:xfrm>
          <a:prstGeom prst="ellipse">
            <a:avLst/>
          </a:prstGeom>
          <a:solidFill>
            <a:srgbClr val="12A0D6"/>
          </a:solidFill>
          <a:ln/>
        </p:spPr>
      </p:sp>
      <p:pic>
        <p:nvPicPr>
          <p:cNvPr id="39" name="Image 2" descr="/home/user/ucap-ehs-pocket-guide/deck_build/icons/phoneC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10168128"/>
            <a:ext cx="201168" cy="201168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60120" y="10104120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3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help? Contact EHS: </a:t>
            </a:r>
            <a:pPr indent="0" marL="0">
              <a:buNone/>
            </a:pPr>
            <a:r>
              <a:rPr lang="en-US" sz="1200" b="1" dirty="0">
                <a:solidFill>
                  <a:srgbClr val="0C3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9678 5585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2026-09-22T02:47:18Z</dcterms:created>
  <dcterms:modified xsi:type="dcterms:W3CDTF">2026-09-22T02:47:18Z</dcterms:modified>
</cp:coreProperties>
</file>