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cap-ehs-pocket-guide/brand/u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2464" y="457200"/>
            <a:ext cx="2337161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0"/>
            <a:ext cx="6647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EHS Pocket Guide to Your Home Screen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48840"/>
            <a:ext cx="6647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access to emergency steps, checklists and contacts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34056" y="2606040"/>
            <a:ext cx="2093976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user/ucap-ehs-pocket-guide/deck_build/qr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2715768"/>
            <a:ext cx="1874520" cy="1874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0" y="4754880"/>
            <a:ext cx="7562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TAP TO OPEN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0" y="4992624"/>
            <a:ext cx="756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uct-singapore.github.io/ucap-ehs-pocket-guide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5532120"/>
            <a:ext cx="3140964" cy="4343400"/>
          </a:xfrm>
          <a:prstGeom prst="roundRect">
            <a:avLst>
              <a:gd name="adj" fmla="val 2329"/>
            </a:avLst>
          </a:prstGeom>
          <a:solidFill>
            <a:srgbClr val="F4F5F7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" y="5733288"/>
            <a:ext cx="2683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&amp; iPad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6172200"/>
            <a:ext cx="26837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Safari — Chrome/Firefox on iPhone can't install it as a full app.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6984873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5800" y="69848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6830568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above in Safari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" y="767753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" y="76775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7523226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Share icon in the toolbar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85800" y="8370189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85800" y="83701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188720" y="8215884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down, tap “Add to Home Screen”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5800" y="9062847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5800" y="90628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188720" y="8908542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“Add” in the top right — done!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963924" y="5532120"/>
            <a:ext cx="3140964" cy="4343400"/>
          </a:xfrm>
          <a:prstGeom prst="roundRect">
            <a:avLst>
              <a:gd name="adj" fmla="val 2329"/>
            </a:avLst>
          </a:prstGeom>
          <a:solidFill>
            <a:srgbClr val="F4F5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192524" y="5733288"/>
            <a:ext cx="2683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4192524" y="640880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192524" y="64088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4695444" y="617220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above in Chrome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192524" y="726605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192524" y="72660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695444" y="702945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⋮ menu in the top right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192524" y="812330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192524" y="81233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4695444" y="788670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“Add to Home screen” (or “Install app”)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192524" y="898055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4192524" y="89805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4695444" y="874395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“Add”/“Install” to confirm — done!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57200" y="10085832"/>
            <a:ext cx="365760" cy="36576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39" name="Image 2" descr="/home/user/ucap-ehs-pocket-guide/deck_build/icons/phoneC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0168128"/>
            <a:ext cx="201168" cy="20116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60120" y="1010412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 Contact EHS: </a:t>
            </a:r>
            <a:pPr indent="0" marL="0">
              <a:buNone/>
            </a:pPr>
            <a:r>
              <a:rPr lang="en-US" sz="12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9678 5585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2026-09-22T02:44:33Z</dcterms:created>
  <dcterms:modified xsi:type="dcterms:W3CDTF">2026-09-22T02:44:33Z</dcterms:modified>
</cp:coreProperties>
</file>